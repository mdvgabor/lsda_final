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1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7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6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7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9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4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4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1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California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2E944-8603-723E-8DCA-40FD36E56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25" y="3406499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Medvegy Gábor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31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-3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409964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2E944-8603-723E-8DCA-40FD36E56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407" y="1941126"/>
            <a:ext cx="9028386" cy="414107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“What are the most important factors influencing median house prices of neighborhoods of California, and implicitly, where should one look if they want to find affordable housing there?”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2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1428462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DE208F-E56B-7E12-8760-E73B021BFB17}"/>
              </a:ext>
            </a:extLst>
          </p:cNvPr>
          <p:cNvSpPr txBox="1">
            <a:spLocks/>
          </p:cNvSpPr>
          <p:nvPr/>
        </p:nvSpPr>
        <p:spPr>
          <a:xfrm>
            <a:off x="1" y="2028497"/>
            <a:ext cx="12192000" cy="2627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1.	Upload the California Housing CSV into an S3 bucket as the raw data source.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2.	A Lambda function reads the housing data and extracts latitude and longitude values.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3.	Lambda calls an external weather API for each house: get mean temperature and yearly rainfall.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4.	Lambda stores the weather results back into S3 as a second raw dataset.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5.	A Glue ETL job loads both datasets from S3: cleaning and joining them.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6.	Glue writes the enriched dataset into Amazon Redshift as a SQL table.</a:t>
            </a:r>
          </a:p>
          <a:p>
            <a:pPr>
              <a:lnSpc>
                <a:spcPct val="120000"/>
              </a:lnSpc>
            </a:pP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</a:rPr>
              <a:t>	7.	Final table can be queried in Redshift using SQL, ready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671581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8E3CA66-9454-E1E0-6EA0-E83D59778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2144439"/>
            <a:ext cx="11300341" cy="45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18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737F6-130A-66B9-F977-4CC4562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284" b="9446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317B0-D94E-5AF1-CE6F-D5206576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7"/>
            <a:ext cx="6082627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Cost Calculation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449013-4AD1-0FB8-4CF3-93317B6BF88F}"/>
              </a:ext>
            </a:extLst>
          </p:cNvPr>
          <p:cNvSpPr txBox="1">
            <a:spLocks/>
          </p:cNvSpPr>
          <p:nvPr/>
        </p:nvSpPr>
        <p:spPr>
          <a:xfrm>
            <a:off x="628228" y="2589486"/>
            <a:ext cx="11185400" cy="329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FFFF"/>
                </a:solidFill>
              </a:rPr>
              <a:t>1.	S3 storage: virtually free (&lt;$0.01).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2.	Lambda API calls: free (within free tier).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3.	Glue ETL: around $0.07 per run, or $2.20/month if scheduled daily.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4.	Redshift Serverless compute: about $0.10/month for light querying.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5.	Total cost ≈ $2.30/month, or $0.15 for a single run.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9E8B2-D529-E019-7E5A-5741CB6EE646}"/>
              </a:ext>
            </a:extLst>
          </p:cNvPr>
          <p:cNvSpPr txBox="1"/>
          <p:nvPr/>
        </p:nvSpPr>
        <p:spPr>
          <a:xfrm>
            <a:off x="4256689" y="6188177"/>
            <a:ext cx="3678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Sources: </a:t>
            </a:r>
            <a:r>
              <a:rPr lang="en-US" dirty="0"/>
              <a:t>AWS, </a:t>
            </a:r>
            <a:r>
              <a:rPr lang="en-US" dirty="0" err="1"/>
              <a:t>ChatGPT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4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259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California Final Project</vt:lpstr>
      <vt:lpstr>Business Case</vt:lpstr>
      <vt:lpstr>Data Pipeline</vt:lpstr>
      <vt:lpstr>Structure</vt:lpstr>
      <vt:lpstr>Cost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Final Project</dc:title>
  <dc:creator>O365 felhasználó</dc:creator>
  <cp:lastModifiedBy>O365 felhasználó</cp:lastModifiedBy>
  <cp:revision>15</cp:revision>
  <dcterms:created xsi:type="dcterms:W3CDTF">2025-11-18T12:32:22Z</dcterms:created>
  <dcterms:modified xsi:type="dcterms:W3CDTF">2025-11-20T11:23:33Z</dcterms:modified>
</cp:coreProperties>
</file>